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DD89066-38EF-4620-B636-4C2E64C85D7A}">
          <p14:sldIdLst>
            <p14:sldId id="256"/>
            <p14:sldId id="257"/>
            <p14:sldId id="258"/>
            <p14:sldId id="259"/>
            <p14:sldId id="260"/>
            <p14:sldId id="261"/>
            <p14:sldId id="263"/>
            <p14:sldId id="264"/>
            <p14:sldId id="26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B2475-238C-BF5A-592A-393E5EC38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CAC827-E170-E5CA-EDC5-E3F4A1E18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04793-748D-50E0-93F7-8FF45A19B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233-B40E-4311-8AF8-6CAD85D8CB8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E1BAD-B31B-C339-E8A0-3B12739BE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0B06D-AFCF-642C-207A-63ED6F2E5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B24D-42B8-4C3A-8894-A840F7E05B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01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C5FEA-C7F6-352D-DBF9-A2777B590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89D8B-DFCF-6D4C-A57C-255E4B007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12C11-F6B0-4D87-ADB7-1AF2CCBEA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233-B40E-4311-8AF8-6CAD85D8CB8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AF03C-9DA9-0BEA-0B72-5C79B79F6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20A61-A54B-6677-8BF1-E4D8CC9A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B24D-42B8-4C3A-8894-A840F7E05B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08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1ABB-0FFB-4E47-092F-90427D088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C3669-4ECA-A602-0C04-6A935F90E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A5420-76C6-8976-C1FC-311D24FB0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233-B40E-4311-8AF8-6CAD85D8CB8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35806-7FD9-CE62-6525-854B0F820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D5D69-CD3E-9A47-7764-08204D4B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B24D-42B8-4C3A-8894-A840F7E05B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79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7FB8C-C516-5B02-5204-D7C4D7366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10DE-0B65-1776-3E64-2A64C6C37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D79EC-FF6D-49EA-C4AB-716ED6188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9FC5D-512B-A9CC-F9C0-D0A5771C8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233-B40E-4311-8AF8-6CAD85D8CB8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B4F37-0640-ADE1-5464-24006988D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B216E-5AF3-17A2-EECE-14E5BEF49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B24D-42B8-4C3A-8894-A840F7E05B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477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E0043-AB9D-9417-2086-D1E66C8C7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3478C-4AC4-2A51-796D-DB61CD08C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AB9592-3114-C64F-7B22-FEE51A11B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60C92-FA5B-570E-884E-17060C90F1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9B0D0A-9DEC-3794-EE77-55CB52398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EF6223-DFBC-B3CE-46C7-05B740D7E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233-B40E-4311-8AF8-6CAD85D8CB8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F3C053-06CB-0CEF-E1E0-8CFD4ADC9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88E7DB-1B86-B039-6860-D9214D6E1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B24D-42B8-4C3A-8894-A840F7E05B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164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36D15-2FD6-D63F-F66C-869425ADF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989B4-B309-6777-CB49-BE1999E16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233-B40E-4311-8AF8-6CAD85D8CB8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6C46C-B176-3B33-F445-477B6F09F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4C1E02-C2CF-C376-4B6E-72F1AF27D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B24D-42B8-4C3A-8894-A840F7E05B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6172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1CACA-1DD7-DCEC-4BEF-3CB93A775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233-B40E-4311-8AF8-6CAD85D8CB8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087654-68BD-9AC8-8B3B-13D994AF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5F0AA-7DF8-960E-0EC1-D856E7F4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B24D-42B8-4C3A-8894-A840F7E05B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69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1BDA5-25C9-FD4D-D99C-AA32003C2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A3860-11D8-83DD-F07F-237BEF365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75C572-324E-0837-C717-831AD4CD5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E7BED-1E87-7082-9A42-F2D6CBF78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233-B40E-4311-8AF8-6CAD85D8CB8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91EC6-49C3-9E51-9E6E-4FB09BA6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3B744-09B7-7852-389B-090F43782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B24D-42B8-4C3A-8894-A840F7E05B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611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BF03D-4B46-2DB6-5B58-8F6E04E1D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411F56-106E-BCF0-6C05-DB86D3AAB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62962-2733-1633-864B-302AD2959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9C93A7-74EB-412E-1A60-AC9E03514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233-B40E-4311-8AF8-6CAD85D8CB8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738F36-9DED-1701-AE1A-8EF3B1C1E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30A2B-9F9E-1E6A-6DD4-7CB86A5CB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B24D-42B8-4C3A-8894-A840F7E05B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604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73750-9D90-E206-4100-761AD442B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4DD6B-35BA-AE8D-97B9-18E56C534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70F46-CEB4-C456-005A-E46EB869A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233-B40E-4311-8AF8-6CAD85D8CB8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4BF37-88DE-C50F-8B01-12AC8F1B2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A8DBE-2D9C-37AC-5A81-86515CEC5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B24D-42B8-4C3A-8894-A840F7E05B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77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9E39FA-91D7-CA1D-07BB-60F0C59D7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B7358-A8D6-7E6F-CF19-82737C7EA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72331-E054-FDEF-4499-7D790B27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C233-B40E-4311-8AF8-6CAD85D8CB8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03A86-9634-BBE0-DED4-82686FCFD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DB8B7-523F-36E9-ED0C-C697789E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AB24D-42B8-4C3A-8894-A840F7E05B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15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31F3D-FC0A-3CC3-1F81-1B6CA6294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DB043-D32C-066B-D48C-824DA78A7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F7B8F-1CF0-29AF-E802-90391076B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8C233-B40E-4311-8AF8-6CAD85D8CB8D}" type="datetimeFigureOut">
              <a:rPr lang="en-IN" smtClean="0"/>
              <a:t>28-06-2026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5D4A6-75A5-E067-5861-0F779FD20C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D657B-B18C-C4C8-25E9-0C0592FDB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AB24D-42B8-4C3A-8894-A840F7E05B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796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EA6FE-CB51-F600-06DA-506FA113DC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Flipkart Clone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14835B-B980-21AD-7C2A-C55DCF0D5F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Frontend Project using HTML and CSS</a:t>
            </a:r>
          </a:p>
        </p:txBody>
      </p:sp>
    </p:spTree>
    <p:extLst>
      <p:ext uri="{BB962C8B-B14F-4D97-AF65-F5344CB8AC3E}">
        <p14:creationId xmlns:p14="http://schemas.microsoft.com/office/powerpoint/2010/main" val="2813497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DFD5-AEEF-0B42-4DAB-5E9656D7B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97C24-6C69-11A3-D543-17E784D32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The Flipkart UI Clone is a frontend web development project created using HTML and CSS.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The project recreates the user interface of an e-commerce website to understand:  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Website structure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Page navigation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Responsive design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Frontend development concepts</a:t>
            </a:r>
          </a:p>
        </p:txBody>
      </p:sp>
    </p:spTree>
    <p:extLst>
      <p:ext uri="{BB962C8B-B14F-4D97-AF65-F5344CB8AC3E}">
        <p14:creationId xmlns:p14="http://schemas.microsoft.com/office/powerpoint/2010/main" val="145627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F353-CDA0-3246-3CEB-6E78BF00A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AE9B1-0CAB-62B6-475E-0D854F250C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/>
              <a:t>Problem Statement</a:t>
            </a:r>
          </a:p>
          <a:p>
            <a:pPr marL="0" indent="0">
              <a:buNone/>
            </a:pPr>
            <a:r>
              <a:rPr lang="en-IN" sz="2400" dirty="0"/>
              <a:t>Many beginners learn HTML and CSS separately but struggle to combine them into a complete website. This project demonstrates how multiple webpages work together to create an e-commerce interface.</a:t>
            </a:r>
          </a:p>
          <a:p>
            <a:pPr marL="0" indent="0">
              <a:buNone/>
            </a:pPr>
            <a:r>
              <a:rPr lang="en-IN" sz="2400" b="1" dirty="0"/>
              <a:t>Objectives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Learn webpage structure using HTML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Design attractive layouts using CSS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Connect multiple webpages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Improve collaboration using Git &amp; GitHub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943517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BABB3-AA0B-367E-351C-C6EA9D84F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Technologies Used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7A329-2EF0-7344-DCA6-C8AC45CBC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Technology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18B8AB-D17C-6CDD-9330-9EFC295424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endParaRPr lang="en-IN" sz="2400" dirty="0"/>
          </a:p>
          <a:p>
            <a:r>
              <a:rPr lang="en-IN" sz="2400" dirty="0"/>
              <a:t>HTML5</a:t>
            </a:r>
          </a:p>
          <a:p>
            <a:r>
              <a:rPr lang="en-IN" sz="2400" dirty="0"/>
              <a:t>CSS3</a:t>
            </a:r>
          </a:p>
          <a:p>
            <a:r>
              <a:rPr lang="en-IN" sz="2400" dirty="0"/>
              <a:t>Git</a:t>
            </a:r>
          </a:p>
          <a:p>
            <a:r>
              <a:rPr lang="en-IN" sz="2400" dirty="0"/>
              <a:t>GitHub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517495-AE7B-B26D-CA1B-0A7CE0A43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Purpose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34B57-6A7B-3A20-7C4D-A4C4C872FEA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endParaRPr lang="en-IN" sz="2400" dirty="0"/>
          </a:p>
          <a:p>
            <a:r>
              <a:rPr lang="en-IN" sz="2400" dirty="0"/>
              <a:t>Webpage Structure</a:t>
            </a:r>
          </a:p>
          <a:p>
            <a:r>
              <a:rPr lang="en-IN" sz="2400" dirty="0"/>
              <a:t>Styling &amp; Layout</a:t>
            </a:r>
          </a:p>
          <a:p>
            <a:r>
              <a:rPr lang="en-IN" sz="2400" dirty="0"/>
              <a:t>Version Control</a:t>
            </a:r>
          </a:p>
          <a:p>
            <a:r>
              <a:rPr lang="en-IN" sz="2400" dirty="0"/>
              <a:t>Collaboration &amp; Repository Management</a:t>
            </a:r>
          </a:p>
        </p:txBody>
      </p:sp>
    </p:spTree>
    <p:extLst>
      <p:ext uri="{BB962C8B-B14F-4D97-AF65-F5344CB8AC3E}">
        <p14:creationId xmlns:p14="http://schemas.microsoft.com/office/powerpoint/2010/main" val="2646863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FF1F-F8D1-8B3E-21FF-F71E19783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D187B-3153-CF8B-9066-DE971C18A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Navigation Bar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Search Bar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Product Categories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Product Cards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Login Page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Wishlist Page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Cart Page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Footer Section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Responsive Layout</a:t>
            </a:r>
          </a:p>
        </p:txBody>
      </p:sp>
    </p:spTree>
    <p:extLst>
      <p:ext uri="{BB962C8B-B14F-4D97-AF65-F5344CB8AC3E}">
        <p14:creationId xmlns:p14="http://schemas.microsoft.com/office/powerpoint/2010/main" val="1500182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13E49-E730-FFAF-D2BF-BBE865025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Folder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F20EE-DC64-E338-3B71-483216F95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Flipkart-Clone/</a:t>
            </a:r>
            <a:br>
              <a:rPr lang="en-IN" sz="2000" dirty="0"/>
            </a:br>
            <a:r>
              <a:rPr lang="en-IN" sz="2000" dirty="0"/>
              <a:t>│</a:t>
            </a:r>
            <a:br>
              <a:rPr lang="en-IN" sz="2000" dirty="0"/>
            </a:br>
            <a:r>
              <a:rPr lang="en-IN" sz="2000" dirty="0"/>
              <a:t>|── index.html</a:t>
            </a:r>
            <a:br>
              <a:rPr lang="en-IN" sz="2000" dirty="0"/>
            </a:br>
            <a:r>
              <a:rPr lang="en-IN" sz="2000" dirty="0"/>
              <a:t>|── login.html</a:t>
            </a:r>
            <a:br>
              <a:rPr lang="en-IN" sz="2000" dirty="0"/>
            </a:br>
            <a:r>
              <a:rPr lang="en-IN" sz="2000" dirty="0"/>
              <a:t>|── wishlist.html</a:t>
            </a:r>
            <a:br>
              <a:rPr lang="en-IN" sz="2000" dirty="0"/>
            </a:br>
            <a:r>
              <a:rPr lang="en-IN" sz="2000" dirty="0"/>
              <a:t>|── cart.html</a:t>
            </a:r>
            <a:br>
              <a:rPr lang="en-IN" sz="2000" dirty="0"/>
            </a:br>
            <a:r>
              <a:rPr lang="en-IN" sz="2000" dirty="0"/>
              <a:t>|</a:t>
            </a:r>
            <a:br>
              <a:rPr lang="en-IN" sz="2000" dirty="0"/>
            </a:br>
            <a:r>
              <a:rPr lang="en-IN" sz="2000" dirty="0"/>
              <a:t>|── style.css</a:t>
            </a:r>
            <a:br>
              <a:rPr lang="en-IN" sz="2000" dirty="0"/>
            </a:br>
            <a:r>
              <a:rPr lang="en-IN" sz="2000" dirty="0"/>
              <a:t>|── login.css</a:t>
            </a:r>
            <a:br>
              <a:rPr lang="en-IN" sz="2000" dirty="0"/>
            </a:br>
            <a:r>
              <a:rPr lang="en-IN" sz="2000" dirty="0"/>
              <a:t>|── wishlist.css</a:t>
            </a:r>
            <a:br>
              <a:rPr lang="en-IN" sz="2000" dirty="0"/>
            </a:br>
            <a:r>
              <a:rPr lang="en-IN" sz="2000" dirty="0"/>
              <a:t>|── cart.css</a:t>
            </a:r>
            <a:br>
              <a:rPr lang="en-IN" sz="2000" dirty="0"/>
            </a:br>
            <a:r>
              <a:rPr lang="en-IN" sz="2000" dirty="0"/>
              <a:t>|</a:t>
            </a:r>
            <a:br>
              <a:rPr lang="en-IN" sz="2000" dirty="0"/>
            </a:br>
            <a:r>
              <a:rPr lang="en-IN" sz="2000" dirty="0"/>
              <a:t>|── images/</a:t>
            </a:r>
            <a:br>
              <a:rPr lang="en-IN" sz="2000" dirty="0"/>
            </a:br>
            <a:r>
              <a:rPr lang="en-IN" sz="2000" dirty="0"/>
              <a:t>|</a:t>
            </a:r>
            <a:br>
              <a:rPr lang="en-IN" sz="2000" dirty="0"/>
            </a:br>
            <a:r>
              <a:rPr lang="en-IN" sz="2000" dirty="0"/>
              <a:t>└──README.md</a:t>
            </a:r>
          </a:p>
        </p:txBody>
      </p:sp>
    </p:spTree>
    <p:extLst>
      <p:ext uri="{BB962C8B-B14F-4D97-AF65-F5344CB8AC3E}">
        <p14:creationId xmlns:p14="http://schemas.microsoft.com/office/powerpoint/2010/main" val="3416827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33408-80AB-04B7-206F-F399FE768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Workflow &amp; Git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32235-41CA-E700-D579-55602C289A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3300" b="1" dirty="0"/>
              <a:t>Website Workflow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600" dirty="0"/>
              <a:t>User</a:t>
            </a:r>
            <a:br>
              <a:rPr lang="en-IN" sz="2600" dirty="0"/>
            </a:br>
            <a:endParaRPr lang="en-IN" sz="2600" dirty="0"/>
          </a:p>
          <a:p>
            <a:pPr marL="0" indent="0">
              <a:buNone/>
            </a:pPr>
            <a:br>
              <a:rPr lang="en-IN" sz="2600" dirty="0"/>
            </a:br>
            <a:r>
              <a:rPr lang="en-IN" sz="2600" dirty="0"/>
              <a:t>Home Page</a:t>
            </a:r>
            <a:br>
              <a:rPr lang="en-IN" sz="2600" dirty="0"/>
            </a:br>
            <a:r>
              <a:rPr lang="en-IN" sz="2600" dirty="0"/>
              <a:t>|</a:t>
            </a:r>
            <a:br>
              <a:rPr lang="en-IN" sz="2600" dirty="0"/>
            </a:br>
            <a:r>
              <a:rPr lang="en-IN" sz="2600" dirty="0"/>
              <a:t>|── Login</a:t>
            </a:r>
            <a:br>
              <a:rPr lang="en-IN" sz="2600" dirty="0"/>
            </a:br>
            <a:r>
              <a:rPr lang="en-IN" sz="2600" dirty="0"/>
              <a:t>|── Wishlist</a:t>
            </a:r>
            <a:br>
              <a:rPr lang="en-IN" sz="2600" dirty="0"/>
            </a:br>
            <a:r>
              <a:rPr lang="en-IN" sz="2600" dirty="0"/>
              <a:t>|── Cart</a:t>
            </a:r>
            <a:br>
              <a:rPr lang="en-IN" sz="2600" dirty="0"/>
            </a:br>
            <a:r>
              <a:rPr lang="en-IN" sz="2600" dirty="0"/>
              <a:t>└── Products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5478AC-A4B3-958D-D0C5-DA1E3E9685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3300" b="1" dirty="0"/>
              <a:t>Git Workflow</a:t>
            </a:r>
          </a:p>
          <a:p>
            <a:pPr marL="0" indent="0">
              <a:buNone/>
            </a:pPr>
            <a:endParaRPr lang="en-IN" sz="2300" dirty="0"/>
          </a:p>
          <a:p>
            <a:pPr marL="0" indent="0">
              <a:buNone/>
            </a:pPr>
            <a:r>
              <a:rPr lang="en-IN" sz="2300" dirty="0"/>
              <a:t>Create Repository</a:t>
            </a:r>
            <a:br>
              <a:rPr lang="en-IN" sz="2300" dirty="0"/>
            </a:br>
            <a:r>
              <a:rPr lang="en-IN" sz="2300" dirty="0"/>
              <a:t>|</a:t>
            </a:r>
            <a:br>
              <a:rPr lang="en-IN" sz="2300" dirty="0"/>
            </a:br>
            <a:r>
              <a:rPr lang="en-IN" sz="2300" dirty="0"/>
              <a:t>|</a:t>
            </a:r>
            <a:br>
              <a:rPr lang="en-IN" sz="2300" dirty="0"/>
            </a:br>
            <a:r>
              <a:rPr lang="en-IN" sz="2300" dirty="0"/>
              <a:t>Clone Repository</a:t>
            </a:r>
            <a:br>
              <a:rPr lang="en-IN" sz="2300" dirty="0"/>
            </a:br>
            <a:r>
              <a:rPr lang="en-IN" sz="2300" dirty="0"/>
              <a:t>|</a:t>
            </a:r>
            <a:br>
              <a:rPr lang="en-IN" sz="2300" dirty="0"/>
            </a:br>
            <a:r>
              <a:rPr lang="en-IN" sz="2300" dirty="0"/>
              <a:t>|</a:t>
            </a:r>
            <a:br>
              <a:rPr lang="en-IN" sz="2300" dirty="0"/>
            </a:br>
            <a:r>
              <a:rPr lang="en-IN" sz="2300" dirty="0"/>
              <a:t>Develop HTML &amp; CSS</a:t>
            </a:r>
            <a:br>
              <a:rPr lang="en-IN" sz="2300" dirty="0"/>
            </a:br>
            <a:r>
              <a:rPr lang="en-IN" sz="2300" dirty="0"/>
              <a:t>|</a:t>
            </a:r>
            <a:br>
              <a:rPr lang="en-IN" sz="2300" dirty="0"/>
            </a:br>
            <a:r>
              <a:rPr lang="en-IN" sz="2300" dirty="0"/>
              <a:t>|</a:t>
            </a:r>
            <a:br>
              <a:rPr lang="en-IN" sz="2300" dirty="0"/>
            </a:br>
            <a:r>
              <a:rPr lang="en-IN" sz="2300" dirty="0"/>
              <a:t>git add .</a:t>
            </a:r>
            <a:br>
              <a:rPr lang="en-IN" sz="2300" dirty="0"/>
            </a:br>
            <a:r>
              <a:rPr lang="en-IN" sz="2300" dirty="0"/>
              <a:t>|</a:t>
            </a:r>
            <a:br>
              <a:rPr lang="en-IN" sz="2300" dirty="0"/>
            </a:br>
            <a:r>
              <a:rPr lang="en-IN" sz="2300" dirty="0"/>
              <a:t>|</a:t>
            </a:r>
            <a:br>
              <a:rPr lang="en-IN" sz="2300" dirty="0"/>
            </a:br>
            <a:r>
              <a:rPr lang="en-IN" sz="2300" dirty="0"/>
              <a:t>git commit</a:t>
            </a:r>
            <a:br>
              <a:rPr lang="en-IN" sz="2300" dirty="0"/>
            </a:br>
            <a:r>
              <a:rPr lang="en-IN" sz="2300" dirty="0"/>
              <a:t>|</a:t>
            </a:r>
            <a:br>
              <a:rPr lang="en-IN" sz="2300" dirty="0"/>
            </a:br>
            <a:r>
              <a:rPr lang="en-IN" sz="2300" dirty="0"/>
              <a:t>|</a:t>
            </a:r>
            <a:br>
              <a:rPr lang="en-IN" sz="2300" dirty="0"/>
            </a:br>
            <a:r>
              <a:rPr lang="en-IN" sz="2300" dirty="0"/>
              <a:t>git push origin main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F513F83-4C94-1F16-2480-E45C35FD5592}"/>
              </a:ext>
            </a:extLst>
          </p:cNvPr>
          <p:cNvCxnSpPr/>
          <p:nvPr/>
        </p:nvCxnSpPr>
        <p:spPr>
          <a:xfrm>
            <a:off x="1002891" y="2888226"/>
            <a:ext cx="0" cy="540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292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93CF0-F53F-A09D-D615-059B0CA84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Challenges &amp; 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D049D-5156-F34C-CC1A-C114A6135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b="1" dirty="0"/>
              <a:t>Challenges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Responsive layout design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Navigation between pages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Image alignment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CSS styling consistency</a:t>
            </a:r>
          </a:p>
          <a:p>
            <a:pPr marL="0" indent="0">
              <a:buNone/>
            </a:pPr>
            <a:r>
              <a:rPr lang="en-IN" sz="2400" b="1" dirty="0"/>
              <a:t>Future Enhancements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100" dirty="0"/>
              <a:t>JavaScript functionality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100" dirty="0"/>
              <a:t>Backend integration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100" dirty="0"/>
              <a:t>User authentication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100" dirty="0"/>
              <a:t>Product search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100" dirty="0"/>
              <a:t>Payment gateway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100" dirty="0"/>
              <a:t>Order tracking</a:t>
            </a:r>
            <a:endParaRPr lang="en-IN" sz="2100" b="1" dirty="0"/>
          </a:p>
        </p:txBody>
      </p:sp>
    </p:spTree>
    <p:extLst>
      <p:ext uri="{BB962C8B-B14F-4D97-AF65-F5344CB8AC3E}">
        <p14:creationId xmlns:p14="http://schemas.microsoft.com/office/powerpoint/2010/main" val="2715616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2A17F-23D7-BE7B-AE4D-B82C9778C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Team Members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E1202-261F-1DDE-1837-6D732052E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</a:t>
            </a:r>
            <a:r>
              <a:rPr lang="en-IN" dirty="0" err="1"/>
              <a:t>Srimahalakshmi</a:t>
            </a:r>
            <a:r>
              <a:rPr lang="en-IN" dirty="0"/>
              <a:t> R - Frontend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</a:t>
            </a:r>
            <a:r>
              <a:rPr lang="en-IN" dirty="0" err="1"/>
              <a:t>Varadharaj</a:t>
            </a:r>
            <a:r>
              <a:rPr lang="en-IN" dirty="0"/>
              <a:t> S - HTML content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Shakthi J - Research &amp; Documentation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</a:t>
            </a:r>
            <a:r>
              <a:rPr lang="en-IN" dirty="0" err="1"/>
              <a:t>Jenilla</a:t>
            </a:r>
            <a:r>
              <a:rPr lang="en-IN" dirty="0"/>
              <a:t> </a:t>
            </a:r>
            <a:r>
              <a:rPr lang="en-IN" dirty="0" err="1"/>
              <a:t>Sweetlyn</a:t>
            </a:r>
            <a:r>
              <a:rPr lang="en-IN" dirty="0"/>
              <a:t> M - GitHub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 Sweety M - Testing &amp; Final Review</a:t>
            </a:r>
          </a:p>
        </p:txBody>
      </p:sp>
    </p:spTree>
    <p:extLst>
      <p:ext uri="{BB962C8B-B14F-4D97-AF65-F5344CB8AC3E}">
        <p14:creationId xmlns:p14="http://schemas.microsoft.com/office/powerpoint/2010/main" val="261506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351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Flipkart Clone</vt:lpstr>
      <vt:lpstr>Project Overview</vt:lpstr>
      <vt:lpstr>Problem Statement &amp; Objectives</vt:lpstr>
      <vt:lpstr>Technologies Used</vt:lpstr>
      <vt:lpstr>Features</vt:lpstr>
      <vt:lpstr>Folder Structure</vt:lpstr>
      <vt:lpstr>Workflow &amp; Git Process</vt:lpstr>
      <vt:lpstr>Challenges &amp; Future Enhancements</vt:lpstr>
      <vt:lpstr>Team Members Contribution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shakthij2006@outlook.com</dc:creator>
  <cp:lastModifiedBy>shakthij2006@outlook.com</cp:lastModifiedBy>
  <cp:revision>1</cp:revision>
  <dcterms:created xsi:type="dcterms:W3CDTF">2026-06-28T14:41:46Z</dcterms:created>
  <dcterms:modified xsi:type="dcterms:W3CDTF">2026-06-28T15:57:56Z</dcterms:modified>
</cp:coreProperties>
</file>